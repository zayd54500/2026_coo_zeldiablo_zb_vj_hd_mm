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819c6b6b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819c6b6b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819c6b6b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819c6b6b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819c6b6b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819c6b6b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819c6b6b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819c6b6b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819c6b6b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819c6b6b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19c6b6b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819c6b6b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819c6b6b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819c6b6b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19c6b6b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819c6b6b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819c6b6b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819c6b6b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819c6b6b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819c6b6b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819c6b6b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819c6b6b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28350"/>
            <a:ext cx="8520600" cy="10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ZELDIABLO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1100" y="2799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780"/>
              <a:t>BENZAKOUR Zayd | JAQUET Vincent | HERCULE Dodler | MHAIMEUR Mohamed</a:t>
            </a:r>
            <a:endParaRPr sz="1780"/>
          </a:p>
        </p:txBody>
      </p:sp>
      <p:sp>
        <p:nvSpPr>
          <p:cNvPr id="56" name="Google Shape;56;p13"/>
          <p:cNvSpPr txBox="1"/>
          <p:nvPr/>
        </p:nvSpPr>
        <p:spPr>
          <a:xfrm>
            <a:off x="720650" y="4587900"/>
            <a:ext cx="78015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BUT Informatique 2025/2026 : SAE Développement d’une application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641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DÉMONSTRATION</a:t>
            </a:r>
            <a:r>
              <a:rPr lang="fr"/>
              <a:t>  DU PROJET FINAL 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88" y="1214500"/>
            <a:ext cx="8388624" cy="36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</a:t>
            </a:r>
            <a:r>
              <a:rPr lang="fr"/>
              <a:t> DE LA V1 DU PROJET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FONCTIONNALITÉS</a:t>
            </a:r>
            <a:r>
              <a:rPr lang="fr"/>
              <a:t>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Déplacement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Création de labyrinthe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Affichage à l’aide du moteur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500" y="1397850"/>
            <a:ext cx="508635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V2 DU PROJET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FONCTIONNALITÉS 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Création des murs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Affichage des murs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Les murs sont non traversable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600" y="1438988"/>
            <a:ext cx="4267200" cy="226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V3 DU PROJET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FONCTIONNALITÉ : 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Création du piège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Affichage du piège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 piège tue le joueur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Système de mort pour le joueur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372427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V4 DU PROJET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FONCTIONNALITÉS : 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Création pièce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Affichage pièce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pièce ajoute des points de score au joueurs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Système de score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100" y="950188"/>
            <a:ext cx="304736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CONCEPTION FINAL DU PROJET 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839199" cy="225125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256575" y="3432175"/>
            <a:ext cx="8735100" cy="15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Partage des tâches au seins du groupe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Vincent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Zayd : Pièce, Score, Sortie, JavaDoc, Test, piège (subirDegats, Affichage vie )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Dodler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Mohamed : 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POINT </a:t>
            </a:r>
            <a:r>
              <a:rPr lang="fr"/>
              <a:t>INTÉRESSANT Vincent : Déplacement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017725"/>
            <a:ext cx="85206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Problème :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Le joueur doit pouvoir se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déplacer sur les cases traversables.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Certaines cases doivent avoir un effet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particulier.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Le joueur ne peut pas sortir de la fenêtre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de jeu et ne peux pas traverser les murs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Solutions : </a:t>
            </a:r>
            <a:r>
              <a:rPr lang="fr" sz="1500"/>
              <a:t>Vérifier</a:t>
            </a:r>
            <a:r>
              <a:rPr lang="fr" sz="1500"/>
              <a:t> la case où est situé le joueur sur le labyrinth et on vérifie si la case suivante est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/>
              <a:t>traversable et si il ne sort pas de la zone de jeu.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500"/>
              <a:t>Pour les cases à effets, on test le type de la case et on applique l’effet en conséquence.</a:t>
            </a:r>
            <a:endParaRPr sz="1500"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588" y="1114213"/>
            <a:ext cx="3686175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POINT </a:t>
            </a:r>
            <a:r>
              <a:rPr lang="fr"/>
              <a:t>INTÉRESSANT</a:t>
            </a:r>
            <a:r>
              <a:rPr lang="fr"/>
              <a:t> Dodler : </a:t>
            </a:r>
            <a:r>
              <a:rPr lang="fr"/>
              <a:t>Labyrinthe 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017725"/>
            <a:ext cx="417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 :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 jeu a besoin de murs et case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Ducoup le labyrinthe doit être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Modifiable sans toucher au code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 joueur doit pas pouvoir sortir des limite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Ni traverser les murs 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654200" y="1186512"/>
            <a:ext cx="417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 </a:t>
            </a:r>
            <a:r>
              <a:rPr lang="fr"/>
              <a:t> :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Avec le ReadallFiles  laby.txt </a:t>
            </a:r>
            <a:r>
              <a:rPr lang="fr"/>
              <a:t>ça lis le fichier et tout les # devient un mur et . Des caseVide et chaque case implémente l’interface etreTraversable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Qui permet d’ajouter nouveau type de case sans modifier le code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POINT </a:t>
            </a:r>
            <a:r>
              <a:rPr lang="fr"/>
              <a:t>INTÉRESSANT</a:t>
            </a:r>
            <a:r>
              <a:rPr lang="fr"/>
              <a:t> ZAYD : Pièce et Score 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278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Le joueur doit gagner du score en récupérant des pièces mais il ne doit pas pouvoir gagner plusieurs fois les points de la m</a:t>
            </a:r>
            <a:r>
              <a:rPr lang="fr"/>
              <a:t>ême pièces 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6147250" y="1094600"/>
            <a:ext cx="278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Solutions mise en place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Chaque pièce possède un état pris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Si la pièce n’est pas encore prise, le joueur gagne du score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Ensuite la pièce est marquée comme prise et n’est plus affichée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3550" y="1170125"/>
            <a:ext cx="3273700" cy="32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POINT </a:t>
            </a:r>
            <a:r>
              <a:rPr lang="fr"/>
              <a:t>INTÉRESSANT</a:t>
            </a:r>
            <a:r>
              <a:rPr lang="fr"/>
              <a:t> [Mohamed]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017725"/>
            <a:ext cx="3869700" cy="4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Bilan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Jeu fonctionnel construit par itération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Déplacement, murs, pièges, pièces, score et sortie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Meilleur compréhension de la conception objet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4794950" y="867300"/>
            <a:ext cx="41553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Difficultés rencontrées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Garder les diagrammes cohérents avec le code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Bien répartir les responsabilités entre les classes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Gérer les interactions entre joueur, labyrinth et les cases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fr" sz="1800">
                <a:solidFill>
                  <a:schemeClr val="dk2"/>
                </a:solidFill>
              </a:rPr>
              <a:t>Écrire des test vraiment utiles pour valider le comportement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